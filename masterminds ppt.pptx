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sldIdLst>
    <p:sldId id="256" r:id="rId2"/>
    <p:sldId id="303" r:id="rId3"/>
    <p:sldId id="318" r:id="rId4"/>
    <p:sldId id="319" r:id="rId5"/>
    <p:sldId id="306" r:id="rId6"/>
    <p:sldId id="321" r:id="rId7"/>
    <p:sldId id="325" r:id="rId8"/>
    <p:sldId id="326" r:id="rId9"/>
    <p:sldId id="327" r:id="rId10"/>
  </p:sldIdLst>
  <p:sldSz cx="9144000" cy="6858000" type="screen4x3"/>
  <p:notesSz cx="6797675" cy="985996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21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299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299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2F18BB-2D1E-4514-B7C3-EA27C9DAFD22}" type="datetimeFigureOut">
              <a:rPr lang="en-US" smtClean="0"/>
              <a:pPr/>
              <a:t>3/29/2026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35038" y="739775"/>
            <a:ext cx="4927600" cy="36972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683483"/>
            <a:ext cx="5438140" cy="4436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65254"/>
            <a:ext cx="2945659" cy="49299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365254"/>
            <a:ext cx="2945659" cy="49299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F00A8B-0BA2-4CD9-8D7C-E5FCC2E44BA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603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1974A-CE68-4C27-B27D-6806430EEF3A}" type="datetime1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DF43-193C-4377-8100-EFA883FC3D7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289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290BC-1896-42CE-8F55-64E8977B1440}" type="datetime1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DF43-193C-4377-8100-EFA883FC3D7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194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9C33F-5C2D-4F39-84E2-E9B40C361A79}" type="datetime1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DF43-193C-4377-8100-EFA883FC3D7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420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789B8-FA73-490B-B830-5AC2CD4C942C}" type="datetime1">
              <a:rPr lang="en-US" smtClean="0"/>
              <a:pPr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DF43-193C-4377-8100-EFA883FC3D7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196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BAA08-AD68-4E22-9289-B8719C6EE0F7}" type="datetime1">
              <a:rPr lang="en-US" smtClean="0"/>
              <a:pPr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DF43-193C-4377-8100-EFA883FC3D7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685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868E0-AD1A-44E5-A0F0-1AA8AE0503DD}" type="datetime1">
              <a:rPr lang="en-US" smtClean="0"/>
              <a:pPr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DF43-193C-4377-8100-EFA883FC3D7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934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E02A7-0AEC-48FC-BB07-ED6746464FC0}" type="datetime1">
              <a:rPr lang="en-US" smtClean="0"/>
              <a:pPr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DF43-193C-4377-8100-EFA883FC3D7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778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0C442-BA6A-49F7-B184-A64C26E15FB8}" type="datetime1">
              <a:rPr lang="en-US" smtClean="0"/>
              <a:pPr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DF43-193C-4377-8100-EFA883FC3D7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277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98F16-031A-4B1E-A8D1-6A3DC97DF4D3}" type="datetime1">
              <a:rPr lang="en-US" smtClean="0"/>
              <a:pPr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DF43-193C-4377-8100-EFA883FC3D7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582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EEA06-35B3-4A9B-B19B-BCCD12A67420}" type="datetime1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DF43-193C-4377-8100-EFA883FC3D7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688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C982C-C291-4E9F-B127-4C3FD0D58FDD}" type="datetime1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DF43-193C-4377-8100-EFA883FC3D7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083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BF2A08-FBE7-4290-AA4F-480B7060799B}" type="datetime1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8EDF43-193C-4377-8100-EFA883FC3D7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091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DELL\Desktop\College Presentation New  B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9512" y="1446526"/>
            <a:ext cx="8247828" cy="594315"/>
          </a:xfrm>
        </p:spPr>
        <p:txBody>
          <a:bodyPr>
            <a:noAutofit/>
          </a:bodyPr>
          <a:lstStyle/>
          <a:p>
            <a:r>
              <a:rPr lang="en-US" sz="24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DealDrop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: Hyperlocal Flash Sale Platform</a:t>
            </a:r>
            <a:br>
              <a:rPr lang="en-IN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2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-642974" y="-341825"/>
            <a:ext cx="8527342" cy="13542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 dirty="0">
              <a:ln>
                <a:noFill/>
              </a:ln>
              <a:solidFill>
                <a:srgbClr val="1C5092"/>
              </a:solidFill>
              <a:effectLst/>
              <a:latin typeface="Arial" pitchFamily="34" charset="0"/>
              <a:ea typeface="Calibri" pitchFamily="34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400" dirty="0">
              <a:solidFill>
                <a:srgbClr val="1C5092"/>
              </a:solidFill>
              <a:latin typeface="Arial" pitchFamily="34" charset="0"/>
              <a:ea typeface="Calibri" pitchFamily="34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1C5092"/>
                </a:solidFill>
                <a:effectLst/>
                <a:latin typeface="Arial" pitchFamily="34" charset="0"/>
                <a:ea typeface="Calibri" pitchFamily="34" charset="0"/>
                <a:cs typeface="Arial" pitchFamily="34" charset="0"/>
              </a:rPr>
              <a:t>	</a:t>
            </a:r>
            <a:endParaRPr kumimoji="0" lang="en-US" b="0" i="0" u="none" strike="noStrike" cap="none" normalizeH="0" baseline="0" dirty="0">
              <a:ln>
                <a:noFill/>
              </a:ln>
              <a:solidFill>
                <a:srgbClr val="1C5092"/>
              </a:solidFill>
              <a:effectLst/>
              <a:latin typeface="Arial" pitchFamily="34" charset="0"/>
              <a:ea typeface="Calibri" pitchFamily="34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1C5092"/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n-US" sz="2400" b="1" dirty="0">
                <a:solidFill>
                  <a:srgbClr val="1C5092"/>
                </a:solidFill>
                <a:latin typeface="Arial" pitchFamily="34" charset="0"/>
                <a:cs typeface="Arial" pitchFamily="34" charset="0"/>
              </a:rPr>
              <a:t>KPR Institute of Engineering and Technolog</a:t>
            </a:r>
            <a:r>
              <a:rPr lang="en-US" sz="2400" dirty="0">
                <a:solidFill>
                  <a:srgbClr val="1C5092"/>
                </a:solidFill>
                <a:latin typeface="Arial" pitchFamily="34" charset="0"/>
                <a:cs typeface="Arial" pitchFamily="34" charset="0"/>
              </a:rPr>
              <a:t>y</a:t>
            </a:r>
            <a:endParaRPr lang="en-US" dirty="0">
              <a:solidFill>
                <a:srgbClr val="1C5092"/>
              </a:solidFill>
              <a:latin typeface="Arial" pitchFamily="34" charset="0"/>
              <a:cs typeface="Arial" pitchFamily="34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I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          </a:t>
            </a:r>
            <a:endParaRPr lang="en-IN" sz="2400" b="1" dirty="0">
              <a:solidFill>
                <a:srgbClr val="1C5092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0181586"/>
              </p:ext>
            </p:extLst>
          </p:nvPr>
        </p:nvGraphicFramePr>
        <p:xfrm>
          <a:off x="683568" y="2232569"/>
          <a:ext cx="8005352" cy="338234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951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02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1778">
                <a:tc gridSpan="2">
                  <a:txBody>
                    <a:bodyPr/>
                    <a:lstStyle/>
                    <a:p>
                      <a:pPr marL="3200400" marR="0" lvl="7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Times" pitchFamily="18" charset="0"/>
                          <a:ea typeface="+mn-ea"/>
                          <a:cs typeface="+mn-cs"/>
                        </a:rPr>
                        <a:t>MASTER_MINDS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Times" pitchFamily="18" charset="0"/>
                          <a:ea typeface="+mn-ea"/>
                          <a:cs typeface="+mn-cs"/>
                        </a:rPr>
                        <a:t>TEAM MEMBERS</a:t>
                      </a:r>
                    </a:p>
                  </a:txBody>
                  <a:tcPr marT="45712" marB="45712"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800" b="1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2" marB="4571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65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Department </a:t>
                      </a:r>
                    </a:p>
                  </a:txBody>
                  <a:tcPr marT="45712" marB="45712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Students </a:t>
                      </a:r>
                      <a:endParaRPr lang="en-GB" sz="1800" b="1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2" marB="45712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08"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ct val="150000"/>
                        </a:lnSpc>
                        <a:buAutoNum type="arabicParenR"/>
                      </a:pPr>
                      <a:r>
                        <a:rPr lang="en-US" sz="17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ECE </a:t>
                      </a:r>
                    </a:p>
                    <a:p>
                      <a:pPr marL="0"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sz="17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17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 Chemical</a:t>
                      </a:r>
                      <a:endParaRPr lang="en-US" sz="17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 algn="l">
                        <a:lnSpc>
                          <a:spcPct val="150000"/>
                        </a:lnSpc>
                        <a:buAutoNum type="arabicParenR" startAt="3"/>
                      </a:pPr>
                      <a:r>
                        <a:rPr lang="en-US" sz="17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ECE</a:t>
                      </a:r>
                    </a:p>
                    <a:p>
                      <a:pPr marL="342900" indent="-342900" algn="l">
                        <a:lnSpc>
                          <a:spcPct val="150000"/>
                        </a:lnSpc>
                        <a:buAutoNum type="arabicParenR" startAt="3"/>
                      </a:pPr>
                      <a:r>
                        <a:rPr lang="en-US" sz="17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CSE</a:t>
                      </a:r>
                    </a:p>
                    <a:p>
                      <a:pPr marL="342900" indent="-342900" algn="l">
                        <a:lnSpc>
                          <a:spcPct val="150000"/>
                        </a:lnSpc>
                        <a:buAutoNum type="arabicParenR" startAt="3"/>
                      </a:pPr>
                      <a:endParaRPr lang="en-US" sz="17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 algn="l">
                        <a:lnSpc>
                          <a:spcPct val="150000"/>
                        </a:lnSpc>
                        <a:buNone/>
                      </a:pPr>
                      <a:endParaRPr lang="en-US" sz="17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ct val="150000"/>
                        </a:lnSpc>
                        <a:buNone/>
                      </a:pPr>
                      <a:r>
                        <a:rPr lang="en-US" sz="16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Claret </a:t>
                      </a:r>
                      <a:r>
                        <a:rPr lang="en-US" sz="1600" b="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Magutshwa</a:t>
                      </a:r>
                      <a:endParaRPr lang="en-US" sz="1600" b="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indent="-342900" algn="l">
                        <a:lnSpc>
                          <a:spcPct val="150000"/>
                        </a:lnSpc>
                        <a:buNone/>
                      </a:pPr>
                      <a:r>
                        <a:rPr lang="en-US" sz="16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Luscious  Mtisi</a:t>
                      </a:r>
                    </a:p>
                    <a:p>
                      <a:pPr marL="342900" indent="-342900" algn="l">
                        <a:lnSpc>
                          <a:spcPct val="150000"/>
                        </a:lnSpc>
                        <a:buNone/>
                      </a:pPr>
                      <a:r>
                        <a:rPr lang="en-US" sz="16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Tashinga Ganya</a:t>
                      </a:r>
                    </a:p>
                    <a:p>
                      <a:pPr marL="342900" indent="-342900" algn="l">
                        <a:lnSpc>
                          <a:spcPct val="150000"/>
                        </a:lnSpc>
                        <a:buNone/>
                      </a:pPr>
                      <a:r>
                        <a:rPr lang="en-US" sz="16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 Jemia Khan</a:t>
                      </a:r>
                    </a:p>
                  </a:txBody>
                  <a:tcPr marT="45712" marB="4571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8346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DELL\Desktop\College Presentation New  B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8611" y="-72615"/>
            <a:ext cx="950122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63575"/>
            <a:ext cx="7467600" cy="1143000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848225"/>
          </a:xfrm>
        </p:spPr>
        <p:txBody>
          <a:bodyPr anchor="ctr">
            <a:noAutofit/>
          </a:bodyPr>
          <a:lstStyle/>
          <a:p>
            <a:pPr algn="just">
              <a:lnSpc>
                <a:spcPct val="80000"/>
              </a:lnSpc>
            </a:pPr>
            <a:endParaRPr lang="en-GB" sz="2800" dirty="0"/>
          </a:p>
          <a:p>
            <a:pPr algn="just">
              <a:lnSpc>
                <a:spcPct val="80000"/>
              </a:lnSpc>
            </a:pPr>
            <a:endParaRPr lang="en-GB" sz="2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DF43-193C-4377-8100-EFA883FC3D74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C59BB3-254E-EE45-81CF-11FE56AA31BF}"/>
              </a:ext>
            </a:extLst>
          </p:cNvPr>
          <p:cNvSpPr txBox="1"/>
          <p:nvPr/>
        </p:nvSpPr>
        <p:spPr>
          <a:xfrm>
            <a:off x="755576" y="2104984"/>
            <a:ext cx="74676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Local retailers struggle to clear overstocked / near-expiry inventory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Limited digital presence and visibility for small businesses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Customers remain unaware of time-sensitive deals nearby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 effective real-time discovery platform at hyperlocal level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Results in lost revenue for retailers and missed savings for customers</a:t>
            </a:r>
            <a:br>
              <a:rPr lang="en-US" sz="2400" dirty="0"/>
            </a:br>
            <a:br>
              <a:rPr lang="en-US" sz="2400" dirty="0"/>
            </a:b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676794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DELL\Desktop\College Presentation New  B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57222" y="0"/>
            <a:ext cx="950122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31836"/>
            <a:ext cx="7477944" cy="426005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Proposed Solution</a:t>
            </a:r>
            <a:br>
              <a:rPr lang="en-US" b="1" dirty="0">
                <a:solidFill>
                  <a:srgbClr val="0070C0"/>
                </a:solidFill>
              </a:rPr>
            </a:b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DF43-193C-4377-8100-EFA883FC3D74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AED63F7-5AC4-B489-37C7-3C157E98E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DealDrop</a:t>
            </a:r>
            <a:r>
              <a:rPr lang="en-US" dirty="0"/>
              <a:t>: A hyperlocal flash sale platform</a:t>
            </a:r>
          </a:p>
          <a:p>
            <a:r>
              <a:rPr lang="en-US" dirty="0"/>
              <a:t> Enables real-time, location-based deal   discovery</a:t>
            </a:r>
          </a:p>
          <a:p>
            <a:r>
              <a:rPr lang="en-US" dirty="0"/>
              <a:t> Connects local retailers with nearby  consumers instantly</a:t>
            </a:r>
          </a:p>
          <a:p>
            <a:r>
              <a:rPr lang="en-US" dirty="0"/>
              <a:t> Provides digital visibility for small businesses</a:t>
            </a:r>
          </a:p>
          <a:p>
            <a:r>
              <a:rPr lang="en-US" dirty="0"/>
              <a:t> Simple, user-friendly interface for both retailers and shoppers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1898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DELL\Desktop\College Presentation New  B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57222" y="0"/>
            <a:ext cx="950122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 Objectives</a:t>
            </a:r>
            <a:br>
              <a:rPr lang="en-US" b="1" dirty="0">
                <a:solidFill>
                  <a:srgbClr val="0070C0"/>
                </a:solidFill>
              </a:rPr>
            </a:b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DF43-193C-4377-8100-EFA883FC3D74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AE2CF76-616A-20E8-4630-A62ECCC3DF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Bridge the gap between supply and demand at local level</a:t>
            </a:r>
          </a:p>
          <a:p>
            <a:r>
              <a:rPr lang="en-US" dirty="0"/>
              <a:t>Help retailers reduce inventory wastage and maximize revenue</a:t>
            </a:r>
          </a:p>
          <a:p>
            <a:r>
              <a:rPr lang="en-US" dirty="0"/>
              <a:t>Empower customers with affordable, time-sensitive deals</a:t>
            </a:r>
          </a:p>
          <a:p>
            <a:r>
              <a:rPr lang="en-US" dirty="0"/>
              <a:t>Build a community-driven retail ecosystem</a:t>
            </a:r>
          </a:p>
          <a:p>
            <a:r>
              <a:rPr lang="en-US" dirty="0"/>
              <a:t>Enhance digital adoption among local businesses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0229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DELL\Desktop\College Presentation New  B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616" y="0"/>
            <a:ext cx="950122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>
            <a:noAutofit/>
          </a:bodyPr>
          <a:lstStyle/>
          <a:p>
            <a:pPr fontAlgn="ctr"/>
            <a:r>
              <a:rPr lang="en-IN" b="1" dirty="0">
                <a:solidFill>
                  <a:srgbClr val="0070C0"/>
                </a:solidFill>
              </a:rPr>
              <a:t>Required Hardware/Software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DF43-193C-4377-8100-EFA883FC3D74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Aptos Display" panose="020B0004020202020204" pitchFamily="34" charset="0"/>
                <a:cs typeface="Times New Roman" panose="02020603050405020304" pitchFamily="18" charset="0"/>
              </a:rPr>
              <a:t>Bridge the gap between supply and demand at local level</a:t>
            </a:r>
          </a:p>
          <a:p>
            <a:pPr marL="0" indent="0">
              <a:buNone/>
            </a:pPr>
            <a:r>
              <a:rPr lang="en-US" sz="2800" dirty="0">
                <a:latin typeface="Aptos Display" panose="020B0004020202020204" pitchFamily="34" charset="0"/>
                <a:cs typeface="Times New Roman" panose="02020603050405020304" pitchFamily="18" charset="0"/>
              </a:rPr>
              <a:t>• Help retailers reduce inventory wastage and maximize revenue</a:t>
            </a:r>
          </a:p>
          <a:p>
            <a:pPr marL="0" indent="0">
              <a:buNone/>
            </a:pPr>
            <a:r>
              <a:rPr lang="en-US" sz="2800" dirty="0">
                <a:latin typeface="Aptos Display" panose="020B0004020202020204" pitchFamily="34" charset="0"/>
                <a:cs typeface="Times New Roman" panose="02020603050405020304" pitchFamily="18" charset="0"/>
              </a:rPr>
              <a:t>• Empower customers with affordable, time-sensitive deals</a:t>
            </a:r>
          </a:p>
          <a:p>
            <a:pPr marL="0" indent="0">
              <a:buNone/>
            </a:pPr>
            <a:r>
              <a:rPr lang="en-US" sz="2800" dirty="0">
                <a:latin typeface="Aptos Display" panose="020B0004020202020204" pitchFamily="34" charset="0"/>
                <a:cs typeface="Times New Roman" panose="02020603050405020304" pitchFamily="18" charset="0"/>
              </a:rPr>
              <a:t>• Build a community-driven retail ecosystem</a:t>
            </a:r>
          </a:p>
          <a:p>
            <a:pPr marL="0" indent="0">
              <a:buNone/>
            </a:pPr>
            <a:r>
              <a:rPr lang="en-US" sz="2800" dirty="0">
                <a:latin typeface="Aptos Display" panose="020B0004020202020204" pitchFamily="34" charset="0"/>
                <a:cs typeface="Times New Roman" panose="02020603050405020304" pitchFamily="18" charset="0"/>
              </a:rPr>
              <a:t>• Enhance digital adoption among local businesses</a:t>
            </a:r>
            <a:endParaRPr lang="en-IN" sz="2800" dirty="0">
              <a:latin typeface="Aptos Display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6794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DELL\Desktop\College Presentation New  B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0122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>
            <a:noAutofit/>
          </a:bodyPr>
          <a:lstStyle/>
          <a:p>
            <a:pPr fontAlgn="ctr"/>
            <a:r>
              <a:rPr lang="en-US" b="1" dirty="0">
                <a:solidFill>
                  <a:srgbClr val="0070C0"/>
                </a:solidFill>
              </a:rPr>
              <a:t>Advantages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DF43-193C-4377-8100-EFA883FC3D74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21744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Retailers: Quick clearance of stock, increased footfall, improved profits</a:t>
            </a:r>
          </a:p>
          <a:p>
            <a:r>
              <a:rPr lang="en-US" dirty="0"/>
              <a:t>Customers: Access to discounted products, real-time notifications, savings</a:t>
            </a:r>
          </a:p>
          <a:p>
            <a:r>
              <a:rPr lang="en-US" dirty="0"/>
              <a:t>Community: Strengthened local economy, reduced waste</a:t>
            </a:r>
          </a:p>
          <a:p>
            <a:r>
              <a:rPr lang="en-US" dirty="0"/>
              <a:t> Platform: Scalable model adaptable to multiple cities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304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28FA5-BC10-C2FE-8B25-159ABF217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DELL\Desktop\College Presentation New  B.jpg">
            <a:extLst>
              <a:ext uri="{FF2B5EF4-FFF2-40B4-BE49-F238E27FC236}">
                <a16:creationId xmlns:a16="http://schemas.microsoft.com/office/drawing/2014/main" id="{C4422D17-6EB0-E7B7-4625-1B0B866933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0122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8B627-0850-D099-71B2-2B8A6B49E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DF43-193C-4377-8100-EFA883FC3D74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5A671EE-D1A0-1F61-727B-907D127C8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IN" dirty="0"/>
              <a:t> Applications</a:t>
            </a:r>
            <a:br>
              <a:rPr lang="en-IN" dirty="0"/>
            </a:br>
            <a:endParaRPr lang="en-IN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3BAA58F-F0B9-A807-3CC1-1B76F6EBE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dirty="0"/>
              <a:t>Grocery stores with near-expiry food items</a:t>
            </a:r>
          </a:p>
          <a:p>
            <a:r>
              <a:rPr lang="en-US" dirty="0"/>
              <a:t>Pharmacies with short-dated medicines</a:t>
            </a:r>
          </a:p>
          <a:p>
            <a:r>
              <a:rPr lang="en-US" dirty="0"/>
              <a:t>Fashion retailers with seasonal overstock</a:t>
            </a:r>
          </a:p>
          <a:p>
            <a:r>
              <a:rPr lang="en-US" dirty="0"/>
              <a:t>Electronics shops with older models</a:t>
            </a:r>
          </a:p>
          <a:p>
            <a:r>
              <a:rPr lang="en-US" dirty="0"/>
              <a:t>Restaurants offering last-minute deals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2494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F4201-456A-AC04-2D63-5C645014A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DELL\Desktop\College Presentation New  B.jpg">
            <a:extLst>
              <a:ext uri="{FF2B5EF4-FFF2-40B4-BE49-F238E27FC236}">
                <a16:creationId xmlns:a16="http://schemas.microsoft.com/office/drawing/2014/main" id="{EB4008A4-83D7-CD81-EDF6-616F1C1C03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0122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C09BE-DF89-1766-BDC4-36CBF2816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DF43-193C-4377-8100-EFA883FC3D74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9A70336-E202-8DDD-0495-4BAC455B8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IN" dirty="0"/>
              <a:t>Limitations</a:t>
            </a:r>
            <a:br>
              <a:rPr lang="en-IN" dirty="0"/>
            </a:br>
            <a:endParaRPr lang="en-IN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13C19D0-99B6-82A1-B377-6785F0CE1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/>
              <a:t>Dependence on internet access and smartphone penetration</a:t>
            </a:r>
          </a:p>
          <a:p>
            <a:pPr marL="0" indent="0">
              <a:buNone/>
            </a:pPr>
            <a:r>
              <a:rPr lang="en-US" dirty="0"/>
              <a:t>• Requires active participation from retailers</a:t>
            </a:r>
          </a:p>
          <a:p>
            <a:pPr marL="0" indent="0">
              <a:buNone/>
            </a:pPr>
            <a:r>
              <a:rPr lang="en-US" dirty="0"/>
              <a:t>• Deals limited by inventory type and shelf life</a:t>
            </a:r>
          </a:p>
          <a:p>
            <a:pPr marL="0" indent="0">
              <a:buNone/>
            </a:pPr>
            <a:r>
              <a:rPr lang="en-US" dirty="0"/>
              <a:t>• Initial challenge in user adoption and trust-building</a:t>
            </a:r>
          </a:p>
          <a:p>
            <a:pPr marL="0" indent="0">
              <a:buNone/>
            </a:pPr>
            <a:r>
              <a:rPr lang="en-US" dirty="0"/>
              <a:t>• Potential logistics issues for delivery/pick-up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1197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EA970-3A08-6BB7-29E5-677809B81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DELL\Desktop\College Presentation New  B.jpg">
            <a:extLst>
              <a:ext uri="{FF2B5EF4-FFF2-40B4-BE49-F238E27FC236}">
                <a16:creationId xmlns:a16="http://schemas.microsoft.com/office/drawing/2014/main" id="{E1F045E4-E911-1764-770D-E6D1A185AE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0122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4D49B-18CE-9FF4-73A1-1B4E3E31C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EDF43-193C-4377-8100-EFA883FC3D74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655D161-DE40-4EEE-F543-D1D627534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IN" dirty="0"/>
              <a:t> Conclusion</a:t>
            </a:r>
            <a:br>
              <a:rPr lang="en-IN" dirty="0"/>
            </a:br>
            <a:endParaRPr lang="en-IN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B18E0BC-B7C0-F0B0-54FC-87BEDEB56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err="1"/>
              <a:t>DealDrop</a:t>
            </a:r>
            <a:r>
              <a:rPr lang="en-US" dirty="0"/>
              <a:t> addresses a critical gap in hyperlocal retail</a:t>
            </a:r>
          </a:p>
          <a:p>
            <a:pPr marL="0" indent="0">
              <a:buNone/>
            </a:pPr>
            <a:r>
              <a:rPr lang="en-US" dirty="0"/>
              <a:t>• Provides win-win benefits for both retailers and customers</a:t>
            </a:r>
          </a:p>
          <a:p>
            <a:pPr marL="0" indent="0">
              <a:buNone/>
            </a:pPr>
            <a:r>
              <a:rPr lang="en-US" dirty="0"/>
              <a:t>• Encourages digital transformation of small businesses</a:t>
            </a:r>
          </a:p>
          <a:p>
            <a:pPr marL="0" indent="0">
              <a:buNone/>
            </a:pPr>
            <a:r>
              <a:rPr lang="en-US" dirty="0"/>
              <a:t>• Promotes sustainable consumption by reducing waste</a:t>
            </a:r>
          </a:p>
          <a:p>
            <a:pPr marL="0" indent="0">
              <a:buNone/>
            </a:pPr>
            <a:r>
              <a:rPr lang="en-US" dirty="0"/>
              <a:t>• A scalable solution with potential to redefine local commerce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79666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592</TotalTime>
  <Words>375</Words>
  <Application>Microsoft Office PowerPoint</Application>
  <PresentationFormat>On-screen Show (4:3)</PresentationFormat>
  <Paragraphs>74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 Display</vt:lpstr>
      <vt:lpstr>Arial</vt:lpstr>
      <vt:lpstr>Calibri</vt:lpstr>
      <vt:lpstr>Times</vt:lpstr>
      <vt:lpstr>Times New Roman</vt:lpstr>
      <vt:lpstr>Office Theme</vt:lpstr>
      <vt:lpstr>DealDrop: Hyperlocal Flash Sale Platform </vt:lpstr>
      <vt:lpstr>Problem Statement</vt:lpstr>
      <vt:lpstr>Proposed Solution </vt:lpstr>
      <vt:lpstr> Objectives </vt:lpstr>
      <vt:lpstr>Required Hardware/Software</vt:lpstr>
      <vt:lpstr>Advantages</vt:lpstr>
      <vt:lpstr> Applications </vt:lpstr>
      <vt:lpstr>Limitations </vt:lpstr>
      <vt:lpstr> Conclusion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STARTUP CONTEST</dc:title>
  <dc:creator>DELL</dc:creator>
  <cp:lastModifiedBy>Tashinga Ganya</cp:lastModifiedBy>
  <cp:revision>97</cp:revision>
  <dcterms:created xsi:type="dcterms:W3CDTF">2020-10-20T04:40:51Z</dcterms:created>
  <dcterms:modified xsi:type="dcterms:W3CDTF">2026-03-29T13:25:35Z</dcterms:modified>
</cp:coreProperties>
</file>